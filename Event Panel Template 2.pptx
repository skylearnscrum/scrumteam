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45"/>
    <p:restoredTop sz="94576"/>
  </p:normalViewPr>
  <p:slideViewPr>
    <p:cSldViewPr snapToGrid="0">
      <p:cViewPr varScale="1">
        <p:scale>
          <a:sx n="192" d="100"/>
          <a:sy n="192" d="100"/>
        </p:scale>
        <p:origin x="21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EFE9A9-63E9-2793-606E-C7B65C1F8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414"/>
            <a:ext cx="12191998" cy="6857172"/>
          </a:xfrm>
          <a:prstGeom prst="rect">
            <a:avLst/>
          </a:prstGeom>
        </p:spPr>
      </p:pic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51B17DF-4B42-9069-1380-64EF77FB2E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464" y="1206065"/>
            <a:ext cx="7037458" cy="159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4400" b="0" i="0">
                <a:solidFill>
                  <a:schemeClr val="bg1"/>
                </a:solidFill>
                <a:latin typeface="Sky Text" panose="020B0506040202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5pPr>
          </a:lstStyle>
          <a:p>
            <a:pPr lvl="0"/>
            <a:r>
              <a:rPr lang="en-GB" dirty="0"/>
              <a:t>Event Title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D9A16E-FD4C-26D2-8D78-85AE767593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8586" y="58057"/>
            <a:ext cx="1944915" cy="511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84B3CB-0172-4CFE-0F4E-80616E400F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1020" y="5896946"/>
            <a:ext cx="1845741" cy="76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262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7D414B-3288-79CE-B744-9B768CC55F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414"/>
            <a:ext cx="12191998" cy="6857172"/>
          </a:xfrm>
          <a:prstGeom prst="rect">
            <a:avLst/>
          </a:prstGeom>
        </p:spPr>
      </p:pic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51B17DF-4B42-9069-1380-64EF77FB2E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0047" y="3829995"/>
            <a:ext cx="7037458" cy="159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sz="4400" b="0" i="0">
                <a:solidFill>
                  <a:schemeClr val="bg1"/>
                </a:solidFill>
                <a:latin typeface="Sky Text" panose="020B0506040202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5pPr>
          </a:lstStyle>
          <a:p>
            <a:pPr lvl="0"/>
            <a:r>
              <a:rPr lang="en-GB" dirty="0"/>
              <a:t>Event 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37240-A2DF-95A8-21A8-72BEC3BAAE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15" y="6278023"/>
            <a:ext cx="1944915" cy="511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BB9FA7-96F4-985C-228B-E150D009ED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6855" y="166796"/>
            <a:ext cx="1845741" cy="76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67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EFE9A9-63E9-2793-606E-C7B65C1F8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414"/>
            <a:ext cx="12191998" cy="6857171"/>
          </a:xfrm>
          <a:prstGeom prst="rect">
            <a:avLst/>
          </a:prstGeom>
        </p:spPr>
      </p:pic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51B17DF-4B42-9069-1380-64EF77FB2E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464" y="1206065"/>
            <a:ext cx="7037458" cy="159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4400" b="0" i="0">
                <a:solidFill>
                  <a:schemeClr val="bg1"/>
                </a:solidFill>
                <a:latin typeface="Sky Text" panose="020B0506040202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5pPr>
          </a:lstStyle>
          <a:p>
            <a:pPr lvl="0"/>
            <a:r>
              <a:rPr lang="en-GB" dirty="0"/>
              <a:t>Event Title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035C57-0963-6396-D5DD-351C079F88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8586" y="58057"/>
            <a:ext cx="1944915" cy="5118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F3BEFD-432A-9034-82F3-0C8925470E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1020" y="5896946"/>
            <a:ext cx="1845741" cy="76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14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7D414B-3288-79CE-B744-9B768CC55F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414"/>
            <a:ext cx="12191998" cy="685717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57E84F5-40A1-4832-8092-E08D16951C1E}"/>
              </a:ext>
            </a:extLst>
          </p:cNvPr>
          <p:cNvSpPr/>
          <p:nvPr userDrawn="1"/>
        </p:nvSpPr>
        <p:spPr>
          <a:xfrm>
            <a:off x="0" y="4949784"/>
            <a:ext cx="4259944" cy="1908216"/>
          </a:xfrm>
          <a:prstGeom prst="rect">
            <a:avLst/>
          </a:prstGeom>
          <a:gradFill>
            <a:gsLst>
              <a:gs pos="56000">
                <a:schemeClr val="tx2">
                  <a:alpha val="0"/>
                </a:schemeClr>
              </a:gs>
              <a:gs pos="100000">
                <a:schemeClr val="tx1">
                  <a:alpha val="64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51B17DF-4B42-9069-1380-64EF77FB2E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0047" y="3829995"/>
            <a:ext cx="7037458" cy="159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sz="4400" b="0" i="0">
                <a:solidFill>
                  <a:schemeClr val="bg1"/>
                </a:solidFill>
                <a:latin typeface="Sky Text" panose="020B0506040202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5pPr>
          </a:lstStyle>
          <a:p>
            <a:pPr lvl="0"/>
            <a:r>
              <a:rPr lang="en-GB" dirty="0"/>
              <a:t>Event Title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952751-B547-5842-C858-30516D75AA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15" y="6278023"/>
            <a:ext cx="1944915" cy="511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DA493F-ACE7-3CE7-7A0E-1EC48A20F5C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6855" y="166796"/>
            <a:ext cx="1845741" cy="76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3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EFE9A9-63E9-2793-606E-C7B65C1F8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414"/>
            <a:ext cx="12191998" cy="6857171"/>
          </a:xfrm>
          <a:prstGeom prst="rect">
            <a:avLst/>
          </a:prstGeom>
        </p:spPr>
      </p:pic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51B17DF-4B42-9069-1380-64EF77FB2E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464" y="1206065"/>
            <a:ext cx="7037458" cy="159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4400" b="0" i="0">
                <a:solidFill>
                  <a:schemeClr val="bg1"/>
                </a:solidFill>
                <a:latin typeface="Sky Text" panose="020B0506040202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5pPr>
          </a:lstStyle>
          <a:p>
            <a:pPr lvl="0"/>
            <a:r>
              <a:rPr lang="en-GB" dirty="0"/>
              <a:t>Event Title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AE93E2-45AA-5EB9-7E19-6870F340DB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8586" y="58057"/>
            <a:ext cx="1944915" cy="5118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5AF834-4683-AC01-E961-19265165D49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1020" y="5896946"/>
            <a:ext cx="1845741" cy="76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1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7D414B-3288-79CE-B744-9B768CC55F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414"/>
            <a:ext cx="12191998" cy="6857171"/>
          </a:xfrm>
          <a:prstGeom prst="rect">
            <a:avLst/>
          </a:prstGeom>
        </p:spPr>
      </p:pic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51B17DF-4B42-9069-1380-64EF77FB2E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0047" y="3829995"/>
            <a:ext cx="7037458" cy="159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sz="4400" b="0" i="0">
                <a:solidFill>
                  <a:schemeClr val="bg1"/>
                </a:solidFill>
                <a:latin typeface="Sky Text" panose="020B0506040202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5pPr>
          </a:lstStyle>
          <a:p>
            <a:pPr lvl="0"/>
            <a:r>
              <a:rPr lang="en-GB" dirty="0"/>
              <a:t>Event Title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113615-9E5A-BE00-521C-08C2FF8F94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15" y="6278023"/>
            <a:ext cx="1944915" cy="511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08BC54-0E60-B44D-4863-86A07B12DF8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6855" y="166796"/>
            <a:ext cx="1845741" cy="76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3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EFE9A9-63E9-2793-606E-C7B65C1F8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414"/>
            <a:ext cx="12191998" cy="685717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58ECB4-B478-87DD-B7D5-A192F5ED08CA}"/>
              </a:ext>
            </a:extLst>
          </p:cNvPr>
          <p:cNvSpPr/>
          <p:nvPr userDrawn="1"/>
        </p:nvSpPr>
        <p:spPr>
          <a:xfrm rot="10800000">
            <a:off x="7932055" y="0"/>
            <a:ext cx="4259944" cy="1908216"/>
          </a:xfrm>
          <a:prstGeom prst="rect">
            <a:avLst/>
          </a:prstGeom>
          <a:gradFill>
            <a:gsLst>
              <a:gs pos="56000">
                <a:schemeClr val="tx2">
                  <a:alpha val="0"/>
                </a:schemeClr>
              </a:gs>
              <a:gs pos="100000">
                <a:schemeClr val="tx1">
                  <a:alpha val="64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51B17DF-4B42-9069-1380-64EF77FB2E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464" y="1206065"/>
            <a:ext cx="7037458" cy="159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4400" b="0" i="0">
                <a:solidFill>
                  <a:schemeClr val="bg1"/>
                </a:solidFill>
                <a:latin typeface="Sky Text" panose="020B0506040202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5pPr>
          </a:lstStyle>
          <a:p>
            <a:pPr lvl="0"/>
            <a:r>
              <a:rPr lang="en-GB" dirty="0"/>
              <a:t>Event Title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76E5A6-3DE4-17C3-0006-B53460E938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8586" y="58057"/>
            <a:ext cx="1944915" cy="511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69552C-C42C-AC68-41CB-4C8A26ACE02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1020" y="5896946"/>
            <a:ext cx="1845741" cy="76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8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7D414B-3288-79CE-B744-9B768CC55F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414"/>
            <a:ext cx="12191998" cy="6857171"/>
          </a:xfrm>
          <a:prstGeom prst="rect">
            <a:avLst/>
          </a:prstGeom>
        </p:spPr>
      </p:pic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51B17DF-4B42-9069-1380-64EF77FB2E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0047" y="3829995"/>
            <a:ext cx="7037458" cy="159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sz="4400" b="0" i="0">
                <a:solidFill>
                  <a:schemeClr val="bg1"/>
                </a:solidFill>
                <a:latin typeface="Sky Text" panose="020B0506040202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5pPr>
          </a:lstStyle>
          <a:p>
            <a:pPr lvl="0"/>
            <a:r>
              <a:rPr lang="en-GB" dirty="0"/>
              <a:t>Event Title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167CBC-82C3-93BA-FE05-36C5CB9C27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15" y="6278023"/>
            <a:ext cx="1944915" cy="511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FA3F1E-0A41-CA56-ACBB-BD76615CC2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6855" y="166796"/>
            <a:ext cx="1845741" cy="76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787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EFE9A9-63E9-2793-606E-C7B65C1F8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414"/>
            <a:ext cx="12191998" cy="685717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8A08D9B-4351-22CF-DFB7-F7AE08C556B9}"/>
              </a:ext>
            </a:extLst>
          </p:cNvPr>
          <p:cNvSpPr/>
          <p:nvPr userDrawn="1"/>
        </p:nvSpPr>
        <p:spPr>
          <a:xfrm rot="10800000">
            <a:off x="7932055" y="0"/>
            <a:ext cx="4259944" cy="1908216"/>
          </a:xfrm>
          <a:prstGeom prst="rect">
            <a:avLst/>
          </a:prstGeom>
          <a:gradFill>
            <a:gsLst>
              <a:gs pos="56000">
                <a:schemeClr val="tx2">
                  <a:alpha val="0"/>
                </a:schemeClr>
              </a:gs>
              <a:gs pos="100000">
                <a:schemeClr val="tx1">
                  <a:alpha val="64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51B17DF-4B42-9069-1380-64EF77FB2E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464" y="1206065"/>
            <a:ext cx="7037458" cy="159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4400" b="0" i="0">
                <a:solidFill>
                  <a:schemeClr val="bg1"/>
                </a:solidFill>
                <a:latin typeface="Sky Text" panose="020B0506040202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5pPr>
          </a:lstStyle>
          <a:p>
            <a:pPr lvl="0"/>
            <a:r>
              <a:rPr lang="en-GB" dirty="0"/>
              <a:t>Event Title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C7A426-2B73-0E91-99B4-E97C5A5BF2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8586" y="58057"/>
            <a:ext cx="1944915" cy="511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8F12CF-9ED4-752D-F5E1-9D5B878E32B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1020" y="5896946"/>
            <a:ext cx="1845741" cy="76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7D414B-3288-79CE-B744-9B768CC55F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414"/>
            <a:ext cx="12191998" cy="685717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CAB5F97-1E96-67F1-91B3-DC42E5A5CABE}"/>
              </a:ext>
            </a:extLst>
          </p:cNvPr>
          <p:cNvSpPr/>
          <p:nvPr userDrawn="1"/>
        </p:nvSpPr>
        <p:spPr>
          <a:xfrm>
            <a:off x="0" y="4949784"/>
            <a:ext cx="4259944" cy="1908216"/>
          </a:xfrm>
          <a:prstGeom prst="rect">
            <a:avLst/>
          </a:prstGeom>
          <a:gradFill>
            <a:gsLst>
              <a:gs pos="56000">
                <a:schemeClr val="tx2">
                  <a:alpha val="0"/>
                </a:schemeClr>
              </a:gs>
              <a:gs pos="100000">
                <a:schemeClr val="tx1">
                  <a:alpha val="64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51B17DF-4B42-9069-1380-64EF77FB2E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0047" y="3829995"/>
            <a:ext cx="7037458" cy="159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sz="4400" b="0" i="0">
                <a:solidFill>
                  <a:schemeClr val="bg1"/>
                </a:solidFill>
                <a:latin typeface="Sky Text" panose="020B0506040202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5pPr>
          </a:lstStyle>
          <a:p>
            <a:pPr lvl="0"/>
            <a:r>
              <a:rPr lang="en-GB" dirty="0"/>
              <a:t>Event Title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0DC8C-0068-55DC-149B-C501F24C75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15" y="6278023"/>
            <a:ext cx="1944915" cy="511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F3D844-5E89-8259-62E9-28ABB5E2545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6855" y="166796"/>
            <a:ext cx="1845741" cy="76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272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EFE9A9-63E9-2793-606E-C7B65C1F8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414"/>
            <a:ext cx="12191997" cy="685717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8A08D9B-4351-22CF-DFB7-F7AE08C556B9}"/>
              </a:ext>
            </a:extLst>
          </p:cNvPr>
          <p:cNvSpPr/>
          <p:nvPr userDrawn="1"/>
        </p:nvSpPr>
        <p:spPr>
          <a:xfrm rot="10800000">
            <a:off x="7932055" y="0"/>
            <a:ext cx="4259944" cy="1908216"/>
          </a:xfrm>
          <a:prstGeom prst="rect">
            <a:avLst/>
          </a:prstGeom>
          <a:gradFill>
            <a:gsLst>
              <a:gs pos="56000">
                <a:schemeClr val="tx2">
                  <a:alpha val="0"/>
                </a:schemeClr>
              </a:gs>
              <a:gs pos="100000">
                <a:schemeClr val="tx1">
                  <a:alpha val="64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51B17DF-4B42-9069-1380-64EF77FB2E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464" y="1206065"/>
            <a:ext cx="7037458" cy="159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4400" b="0" i="0">
                <a:solidFill>
                  <a:schemeClr val="bg1"/>
                </a:solidFill>
                <a:latin typeface="Sky Text" panose="020B0506040202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5pPr>
          </a:lstStyle>
          <a:p>
            <a:pPr lvl="0"/>
            <a:r>
              <a:rPr lang="en-GB" dirty="0"/>
              <a:t>Event Title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C7A426-2B73-0E91-99B4-E97C5A5BF2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8586" y="58057"/>
            <a:ext cx="1944915" cy="511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8F12CF-9ED4-752D-F5E1-9D5B878E32B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1020" y="5896946"/>
            <a:ext cx="1845741" cy="76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51B17DF-4B42-9069-1380-64EF77FB2E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464" y="1206065"/>
            <a:ext cx="7037458" cy="159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4400" b="0" i="0">
                <a:solidFill>
                  <a:schemeClr val="bg1"/>
                </a:solidFill>
                <a:latin typeface="Sky Text" panose="020B0506040202020204" pitchFamily="34" charset="0"/>
              </a:defRPr>
            </a:lvl1pPr>
            <a:lvl2pPr marL="4572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2pPr>
            <a:lvl3pPr marL="9144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Sky Text" panose="020B0506040202020204" pitchFamily="34" charset="0"/>
              </a:defRPr>
            </a:lvl5pPr>
          </a:lstStyle>
          <a:p>
            <a:pPr lvl="0"/>
            <a:r>
              <a:rPr lang="en-GB" dirty="0"/>
              <a:t>Event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06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9395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7EFE7-D446-BCE9-E53D-0F1550C80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EECEE-3039-F71B-7BE8-C344F954F3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83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F045C4-3563-1203-1DAD-56AA3DFE34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7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A4B1C8-AC92-470A-E4D8-05601E9C83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33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C62AEA-64FF-628B-71D7-82A5710BAD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15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50B271-0BAF-27B8-77AF-C38B27B5B5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2DFF72-4AC5-AB36-1A1D-A76829927F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25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5C9D8B-24A0-515A-EE60-8525788C57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43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F12C8A-3AE1-E4EC-D5F2-5F0EE86B3F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93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1DC34D-A5FC-A4B7-A316-A3B84AE4E4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80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635F51-EC45-59C6-75CB-9F13580CE2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2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27D912-F162-D7B5-4644-8FEBF118DC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37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57729F-4047-33A9-EA32-E29CEAB021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414"/>
            <a:ext cx="12191997" cy="685717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0FE3B8-93D8-9ADE-1E01-1C555F30A3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6F76C4-7E9B-704A-BF10-FF5ED149B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8586" y="58057"/>
            <a:ext cx="1944915" cy="5118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024333-E4B4-1EB4-6ED8-CB77AEC96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020" y="5896946"/>
            <a:ext cx="1845741" cy="76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66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ky Brand">
      <a:dk1>
        <a:srgbClr val="333333"/>
      </a:dk1>
      <a:lt1>
        <a:srgbClr val="F1F1F9"/>
      </a:lt1>
      <a:dk2>
        <a:srgbClr val="000000"/>
      </a:dk2>
      <a:lt2>
        <a:srgbClr val="FFFFFF"/>
      </a:lt2>
      <a:accent1>
        <a:srgbClr val="FF8C00"/>
      </a:accent1>
      <a:accent2>
        <a:srgbClr val="F80032"/>
      </a:accent2>
      <a:accent3>
        <a:srgbClr val="FF00A0"/>
      </a:accent3>
      <a:accent4>
        <a:srgbClr val="8C28FF"/>
      </a:accent4>
      <a:accent5>
        <a:srgbClr val="0023FF"/>
      </a:accent5>
      <a:accent6>
        <a:srgbClr val="19A0FF"/>
      </a:accent6>
      <a:hlink>
        <a:srgbClr val="0051FF"/>
      </a:hlink>
      <a:folHlink>
        <a:srgbClr val="9999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0</Words>
  <Application>Microsoft Macintosh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Sky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Harry-Thomas, Tally (Senior Designer)</dc:creator>
  <cp:lastModifiedBy>Harry-Thomas, Tally (Design Lead)</cp:lastModifiedBy>
  <cp:revision>7</cp:revision>
  <dcterms:created xsi:type="dcterms:W3CDTF">2024-02-08T17:34:10Z</dcterms:created>
  <dcterms:modified xsi:type="dcterms:W3CDTF">2026-09-24T13:33:41Z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9bca4c2-e50b-486e-8f26-05163b174112_Enabled">
    <vt:lpwstr>true</vt:lpwstr>
  </property>
  <property fmtid="{D5CDD505-2E9C-101B-9397-08002B2CF9AE}" pid="3" name="MSIP_Label_99bca4c2-e50b-486e-8f26-05163b174112_SetDate">
    <vt:lpwstr>2024-08-20T10:11:33Z</vt:lpwstr>
  </property>
  <property fmtid="{D5CDD505-2E9C-101B-9397-08002B2CF9AE}" pid="4" name="MSIP_Label_99bca4c2-e50b-486e-8f26-05163b174112_Method">
    <vt:lpwstr>Privileged</vt:lpwstr>
  </property>
  <property fmtid="{D5CDD505-2E9C-101B-9397-08002B2CF9AE}" pid="5" name="MSIP_Label_99bca4c2-e50b-486e-8f26-05163b174112_Name">
    <vt:lpwstr>General - Prod</vt:lpwstr>
  </property>
  <property fmtid="{D5CDD505-2E9C-101B-9397-08002B2CF9AE}" pid="6" name="MSIP_Label_99bca4c2-e50b-486e-8f26-05163b174112_SiteId">
    <vt:lpwstr>68b865d5-cf18-4b2b-82a4-a4eddb9c5237</vt:lpwstr>
  </property>
  <property fmtid="{D5CDD505-2E9C-101B-9397-08002B2CF9AE}" pid="7" name="MSIP_Label_99bca4c2-e50b-486e-8f26-05163b174112_ActionId">
    <vt:lpwstr>3cf3d610-2574-4408-af6c-7a530eb10e6a</vt:lpwstr>
  </property>
  <property fmtid="{D5CDD505-2E9C-101B-9397-08002B2CF9AE}" pid="8" name="MSIP_Label_99bca4c2-e50b-486e-8f26-05163b174112_ContentBits">
    <vt:lpwstr>0</vt:lpwstr>
  </property>
</Properties>
</file>